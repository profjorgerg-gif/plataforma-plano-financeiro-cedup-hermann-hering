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45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CEDUP HERMANN HERING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286000"/>
            <a:ext cx="731520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005840" y="22860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Nome da Empresa ]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 Plano Financeiro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005840" y="3931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Nomes dos integrantes da equipe ]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CEDUP Hermann Hering · Plataforma do Plano Financeiro · Modelo para apresentação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Visão Geral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 Negócio — o panorama do negócio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400800" cy="457200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" y="3108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🖼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931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AQUI O PRINT DA TELA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"Análise do Negócio"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0" y="1554480"/>
            <a:ext cx="4251960" cy="4572000"/>
          </a:xfrm>
          <a:prstGeom prst="roundRect">
            <a:avLst>
              <a:gd name="adj" fmla="val 2581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DESTACAR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24028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Quanto foi investido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Quanto a empresa fatura por mês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 o resultado operacional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CEDUP Hermann Hering · Plataforma do Plano Financeiro · Modelo para apresentação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Como Chegamos Até Aqui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Demonstrativo de Resultados — o detalhamento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400800" cy="457200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" y="3108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🖼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931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AQUI O PRINT DA TELA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"Demonstrativo de Resultados"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0" y="1554480"/>
            <a:ext cx="4251960" cy="4572000"/>
          </a:xfrm>
          <a:prstGeom prst="roundRect">
            <a:avLst>
              <a:gd name="adj" fmla="val 2581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DESTACAR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24028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Receita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Custos variáveis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Custos fixos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Como esses números formam o resultado apresentado no slide anterior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CEDUP Hermann Hering · Plataforma do Plano Financeiro · Modelo para apresentação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O Negócio É Viável?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Viabilidade — o veredito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400800" cy="457200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" y="3108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🖼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931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AQUI O PRINT DA TELA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"Indicadores de Viabilidade"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0" y="1554480"/>
            <a:ext cx="4251960" cy="4572000"/>
          </a:xfrm>
          <a:prstGeom prst="roundRect">
            <a:avLst>
              <a:gd name="adj" fmla="val 2581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DESTACAR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24028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Ponto de Equilíbrio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Lucratividade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Rentabilidade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Prazo de Retorno (Payback)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CEDUP Hermann Hering · Plataforma do Plano Financeiro · Modelo para apresentação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Qual a Trajetória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Caixa Anual — a evolução no tempo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400800" cy="457200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" y="3108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🖼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931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AQUI O PRINT DA TELA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"Fluxo de Caixa Anual"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0" y="1554480"/>
            <a:ext cx="4251960" cy="4572000"/>
          </a:xfrm>
          <a:prstGeom prst="roundRect">
            <a:avLst>
              <a:gd name="adj" fmla="val 2581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DESTACAR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24028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 qual mês o caixa fica positivo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Como o investimento se recupera ao longo do primeiro ano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CEDUP Hermann Hering · Plataforma do Plano Financeiro · Modelo para apresentação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Conclusão da Equipe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vocês concluem sobre a viabilidade do negócio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4206240"/>
          </a:xfrm>
          <a:prstGeom prst="roundRect">
            <a:avLst>
              <a:gd name="adj" fmla="val 2609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097280" y="2103120"/>
            <a:ext cx="9966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Escrevam aqui, com as próprias palavras, a conclusão da equipe: o negócio é viável? Por quê? O que vocês fariam diferente? ]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CEDUP Hermann Hering · Plataforma do Plano Financeiro · Modelo para apresentação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2026-08-28T09:33:30Z</dcterms:created>
  <dcterms:modified xsi:type="dcterms:W3CDTF">2026-08-28T09:33:30Z</dcterms:modified>
</cp:coreProperties>
</file>